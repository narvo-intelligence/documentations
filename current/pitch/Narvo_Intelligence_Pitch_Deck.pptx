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6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54864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powering African media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—  March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billion people.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untrusted,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news.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45720" cy="6400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60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Distrust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761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sources, clickbait, no verification transparency.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45720" cy="64008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29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Exclusion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630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in English. Millions who speak Yoruba, Hausa, Igbo, Pidgin are left out.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4206240"/>
            <a:ext cx="45720" cy="640080"/>
          </a:xfrm>
          <a:prstGeom prst="rect">
            <a:avLst/>
          </a:prstGeom>
          <a:solidFill>
            <a:srgbClr val="D4520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976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08760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fatigue, cognitive load. No platform synthesises and speaks the news.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A0C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news intelligence.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Ingested. Synthesised. Verified. Spoken.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 pipeline: 39+ sources → multi-source synthesis → 5 Nigerian languages → authentic audio → Trust Tag verification.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1554480" cy="2011680"/>
          </a:xfrm>
          <a:prstGeom prst="rect">
            <a:avLst/>
          </a:prstGeom>
          <a:solidFill>
            <a:srgbClr val="F8F9F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834640"/>
            <a:ext cx="1554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2834640"/>
            <a:ext cx="1554480" cy="2011680"/>
          </a:xfrm>
          <a:prstGeom prst="rect">
            <a:avLst/>
          </a:prstGeom>
          <a:solidFill>
            <a:srgbClr val="F8F9F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2834640"/>
            <a:ext cx="15544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9456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2834640"/>
            <a:ext cx="1554480" cy="2011680"/>
          </a:xfrm>
          <a:prstGeom prst="rect">
            <a:avLst/>
          </a:prstGeom>
          <a:solidFill>
            <a:srgbClr val="F8F9F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2834640"/>
            <a:ext cx="155448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9319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834640"/>
            <a:ext cx="1554480" cy="2011680"/>
          </a:xfrm>
          <a:prstGeom prst="rect">
            <a:avLst/>
          </a:prstGeom>
          <a:solidFill>
            <a:srgbClr val="F8F9F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2834640"/>
            <a:ext cx="1554480" cy="36576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2834640"/>
            <a:ext cx="1554480" cy="2011680"/>
          </a:xfrm>
          <a:prstGeom prst="rect">
            <a:avLst/>
          </a:prstGeom>
          <a:solidFill>
            <a:srgbClr val="F8F9FC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06640" y="2834640"/>
            <a:ext cx="15544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066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intelligence engine.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657600" cy="2926080"/>
          </a:xfrm>
          <a:prstGeom prst="rect">
            <a:avLst/>
          </a:prstGeom>
          <a:solidFill>
            <a:srgbClr val="FFFCF5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3657600" cy="45720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 (B2C)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vibrant, audio-first news companion. Morning briefings spoken in your language.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Briefing (5AM, auto-generated)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Nigerian launch languages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offline + background playback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Truth Tag on every 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657600" cy="2926080"/>
          </a:xfrm>
          <a:prstGeom prst="rect">
            <a:avLst/>
          </a:prstGeom>
          <a:solidFill>
            <a:srgbClr val="08090D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83080"/>
            <a:ext cx="36576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965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narvo platform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News-as-a-Service (B2B)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6974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pipeline, exposed as APIs for publishers, developers, and enterprises.
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Narrative API (text → broadcast script)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Translation API (5+ languages)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Broadcast TTS API (regional voices)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C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“News-in-a-Box”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65960" cy="219456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9659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audio-first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consumers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822960"/>
            <a:ext cx="1965960" cy="219456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9" name="Shape 7"/>
          <p:cNvSpPr/>
          <p:nvPr/>
        </p:nvSpPr>
        <p:spPr>
          <a:xfrm>
            <a:off x="2606040" y="822960"/>
            <a:ext cx="196596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on the continent,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mobile-first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1965960" cy="219456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822960"/>
            <a:ext cx="1965960" cy="36576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languages with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TTS coverage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822960"/>
            <a:ext cx="1965960" cy="219456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822960"/>
            <a:ext cx="196596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retention rate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4% industry average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is the launch market. Architected for continental and global expansion.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 </a:t>
            </a:r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(Yoruba, Hausa, Igbo, Pidgin, English)    </a:t>
            </a:r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Ghana, East Africa    </a:t>
            </a:r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</a:t>
            </a:r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Southern, Francophone, Global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Forensic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41732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45720" cy="14173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Synthesis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from 39+ sources into one unified narrative via Gemini.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141732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45720" cy="14173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Nigerian-Accent TTS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YarnGPT for authentic Yoruba, Hausa, Igbo, Pidgin voices.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108960"/>
            <a:ext cx="3657600" cy="141732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108960"/>
            <a:ext cx="45720" cy="14173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83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Tag Transparency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shows sources, fact-check results, confidence score.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657600" cy="141732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108960"/>
            <a:ext cx="45720" cy="14173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Pre-Generation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657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+ TTS all languages before user opens a story.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Subscription-led B2C + usage-based B2B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Subscriptions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users (B2C)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₦2K–5K/mo or $4–10/mo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Developers, startups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$0.05/narrative, $0.10/audio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Tiers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publishers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$99–$499/month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groups, agencies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annual + 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publishers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95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per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8229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DailyHunt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C1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Narrative Synthesis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6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Multi-source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African Language TTS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6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 Nigerian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English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Indian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Fact-Check / Trust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6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Transparent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Offline Playback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6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IndexedDB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API / NaaS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68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KPIs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65960" cy="256032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96596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62% single-source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822960"/>
            <a:ext cx="1965960" cy="256032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822960"/>
            <a:ext cx="196596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$1.20 industry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1965960" cy="256032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822960"/>
            <a:ext cx="1965960" cy="36576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 min manual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822960"/>
            <a:ext cx="1965960" cy="2560320"/>
          </a:xfrm>
          <a:prstGeom prst="rect">
            <a:avLst/>
          </a:prstGeom>
          <a:solidFill>
            <a:srgbClr val="111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822960"/>
            <a:ext cx="196596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515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4% standard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complete · React + FastAPI · Google Cloud Run · 39+ sources · 5 TTS languages · Gemini + YarnGPT · Full offline PWA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65960" cy="374904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1965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600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redesign (Clash Display, new palettes), usage caps, API auth, brand separation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822960"/>
            <a:ext cx="1965960" cy="374904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822960"/>
            <a:ext cx="196596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88920" y="1874520"/>
            <a:ext cx="1600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subscriptions (Stripe/Paystack), NaaS dev portal, async pipeline, enterprise pilots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1965960" cy="374904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196596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2026+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874520"/>
            <a:ext cx="1600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(Expo), pgvector RAG, white-label, Ghana + East Africa expansion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822960"/>
            <a:ext cx="1965960" cy="3749040"/>
          </a:xfrm>
          <a:prstGeom prst="rect">
            <a:avLst/>
          </a:prstGeom>
          <a:solidFill>
            <a:srgbClr val="F4F5F9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822960"/>
            <a:ext cx="1965960" cy="45720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1874520"/>
            <a:ext cx="1600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models, AI agents, Rust services, smart speakers, data licensing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£80,000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funding to launch V2 production and scale the NaaS platform.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33472"/>
            <a:ext cx="36576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async pipeline, API gateway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182112"/>
            <a:ext cx="36576" cy="228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Language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voice models, new languages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730752"/>
            <a:ext cx="36576" cy="228600"/>
          </a:xfrm>
          <a:prstGeom prst="rect">
            <a:avLst/>
          </a:prstGeom>
          <a:solidFill>
            <a:srgbClr val="D4520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Partnerships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feeds, publisher pilots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279392"/>
            <a:ext cx="36576" cy="2286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0312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launch, dev portal, outreach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54864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71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 powering the next generation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African digital media. From Nigeria to the world.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narvo.news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github.com/Narvo-Intelligence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Narvo Intelligence — Investor Pitch</dc:title>
  <dc:subject>PptxGenJS Presentation</dc:subject>
  <dc:creator>Narvo Intelligence</dc:creator>
  <cp:lastModifiedBy>Narvo Intelligence</cp:lastModifiedBy>
  <cp:revision>1</cp:revision>
  <dcterms:created xsi:type="dcterms:W3CDTF">2026-03-22T10:30:53Z</dcterms:created>
  <dcterms:modified xsi:type="dcterms:W3CDTF">2026-03-22T10:30:53Z</dcterms:modified>
</cp:coreProperties>
</file>